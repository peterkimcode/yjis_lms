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YJIS LMS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8096" y="19202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F"/>
                </a:solidFill>
              </a:rPr>
              <a:t>학교 운영, 학습 관리, 커뮤니케이션을 하나로 연결하는 로컬 우선 LMS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4FF"/>
                </a:solidFill>
              </a:rPr>
              <a:t>역할별 대시보드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1089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4FF"/>
                </a:solidFill>
              </a:rPr>
              <a:t>운영 모듈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PDF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9496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4FF"/>
                </a:solidFill>
              </a:rPr>
              <a:t>리포트 카드 / 성적표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1080000">
            <a:off x="7772400" y="914400"/>
            <a:ext cx="3840480" cy="3840480"/>
          </a:xfrm>
          <a:prstGeom prst="arc">
            <a:avLst/>
          </a:prstGeom>
          <a:noFill/>
          <a:ln w="25400">
            <a:solidFill>
              <a:srgbClr val="6EA8FE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플랫폼 한 장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역할별 운영 화면과 학사 데이터를 하나의 흐름으로 연결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39572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2075688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학사 기준 데이터, 정책, 사용자, 게시판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828800"/>
            <a:ext cx="239572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1993392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Instructor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85032" y="2331720"/>
            <a:ext cx="2075688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수업, 출석, 과제, 퀴즈, 성적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39572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93392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Student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2331720"/>
            <a:ext cx="2075688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학습, 제출, 결과 확인, 메시지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8280" y="1828800"/>
            <a:ext cx="239572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993392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2872" y="2331720"/>
            <a:ext cx="2075688" cy="1938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연결 학생 기록, 문서, 교사 메시지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17220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권한은 서버 액션과 데이터 조회 단계에서 다시 검사됩니다.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역할별 가치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각 계정 타입은 필요한 정보만 보도록 설계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0058400" cy="585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관리자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설정과 감독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78308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조직/캠퍼스/정책/계정/문서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0058400" cy="585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0604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강사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수업 운영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6060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출석/과제/퀴즈/성적/게시판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10058400" cy="585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429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학생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학습 실행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42900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수업/제출/퀴즈/결과/메시지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10058400" cy="58521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51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학부모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425196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확인과 소통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425196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연결 학생 기록/문서/교사 메시지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운영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학사 셋업에서 성적 공개까지 끊기지 않는 MVP 플로우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68880"/>
            <a:ext cx="14173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학사 기준 설정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2468880"/>
            <a:ext cx="1417320" cy="1143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60904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15768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반 개설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2468880"/>
            <a:ext cx="14173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수업 운영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2468880"/>
            <a:ext cx="1417320" cy="1143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평가/채점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27848" y="2468880"/>
            <a:ext cx="1417320" cy="1143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47304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성적 게시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38360" y="2468880"/>
            <a:ext cx="1417320" cy="11430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CD3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57816" y="30358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2238"/>
                </a:solidFill>
              </a:rPr>
              <a:t>문서 발급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617220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현재 성적은 모듈 비율 기반 MVP 흐름이며, 고급 gradebook 구조는 확장용으로 유지됩니다.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운영 모듈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학교 하루 운영에 필요한 핵심 기능을 우선 구현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Attendance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14884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기본 Present, 전체 저장, 학생/학부모 알림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10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Assignments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14884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제출, 첨부, 채점, 피드백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164592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18105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Quizzes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02752" y="214884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문항, 시도, 자동/수동 채점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85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Boards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" y="402336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공지, Q&amp;A, 댓글, 이미지 첨부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352044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685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Messages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9432" y="402336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텍스트 전용 DM, 반 그룹, 학부모-교사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3520440"/>
            <a:ext cx="31546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685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02752" y="4023360"/>
            <a:ext cx="2834640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DB 기반 알림 센터와 읽음 상태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데이터 구조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Organization과 ClassSection을 중심으로 학습 기록이 연결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99669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007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학사 기준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7190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Organization, Campus, Course, ClassSection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99669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609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학습 기록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6791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Lesson, Attendance, Assignment, Quiz, Exam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99669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621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6393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FinalGrade, Transcript, ReportCard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389120"/>
            <a:ext cx="99669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811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소통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59943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Board, Post, Comment, Conversation, Notification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MVP 이후 확장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현재 구조는 운영 안정성과 향후 확장을 모두 고려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10789920" cy="0"/>
          </a:xfrm>
          <a:prstGeom prst="line">
            <a:avLst/>
          </a:prstGeom>
          <a:noFill/>
          <a:ln w="12700">
            <a:solidFill>
              <a:srgbClr val="D7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4434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자동화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233172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이메일, SMS, Push, Kakao 알림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4434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보안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2512" y="233172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바이러스 스캔, 파일 쿼터, 업로드 감사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4434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639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분석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9776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출석/성적/학습 진도 리포트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474720"/>
            <a:ext cx="44348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3639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성적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39776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고급 GradeCategory / GradeItem workflow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17220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MVP는 로컬 운영, 권한 안정성, 학교 핵심 업무 흐름에 초점을 둡니다.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YJIS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YJIS LMS Introduction</dc:title>
  <dc:subject>YJIS LMS product introduction</dc:subject>
  <dc:creator>YJIS LMS</dc:creator>
  <cp:lastModifiedBy>YJIS LMS</cp:lastModifiedBy>
  <cp:revision>1</cp:revision>
  <dcterms:created xsi:type="dcterms:W3CDTF">2026-05-19T12:58:52Z</dcterms:created>
  <dcterms:modified xsi:type="dcterms:W3CDTF">2026-05-19T12:58:52Z</dcterms:modified>
</cp:coreProperties>
</file>